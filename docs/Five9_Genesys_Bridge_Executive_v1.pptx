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Network Architecture: GCP Dedicated Interconnect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90D9"/>
                </a:solidFill>
              </a:rPr>
              <a:t>Voice &amp; Data Private Connectivity for Contact Center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2F5"/>
                </a:solidFill>
              </a:rPr>
              <a:t>Dual DC (Dallas + Phoenix) | 99.99% SLA | &lt; 80ms Voice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76495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1400">
                <a:solidFill>
                  <a:srgbClr val="FFFFFF"/>
                </a:solidFill>
              </a:rPr>
              <a:t>Five9 IVR  |  GCP CCAI  |  Genesys Cloud Agent Desktop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Network Topology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64592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Dallas DC
(Primary)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64592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Phoenix DC
(DR)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188720"/>
            <a:ext cx="1645920" cy="64008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Equinix DA7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920240"/>
            <a:ext cx="1645920" cy="64008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Equinix DA2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743200"/>
            <a:ext cx="1645920" cy="64008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Equinix PH1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201168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GCP
us-south1
(Dallas)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743200"/>
            <a:ext cx="201168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GCP
us-central1
(Iowa/DR)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1828800" cy="10972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Five9
Cloud IVR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828800"/>
            <a:ext cx="164592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Genesys
Cloud 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4A4A"/>
                </a:solidFill>
              </a:rPr>
              <a:t>10G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005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4A4A"/>
                </a:solidFill>
              </a:rPr>
              <a:t>10G Dedicated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Legend: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731520" cy="152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Voice Path (SIP/RTP)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731520" cy="152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Data Path (HTTPS)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0624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• Dallas DC &amp; Phoenix DC connect to Equinix meet-me rooms
• 10 Gbps Dedicated Interconnect to GCP regions
• Five9 IVR connects via GCP backbone
• Genesys receives calls post-AI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GCP Region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</a:rPr>
              <a:t>PRIMARY: us-south1 (Dallas)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• Latency: &lt; 2ms (same metro as Dallas DC)
• Role: Primary CCAI processing
• Interconnect: DA7 + DA2 (dual path)
• Services: Dialogflow CX, Cloud Run,
  Speech-to-Text, Text-to-Speech, Firestore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486400" cy="256032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8A"/>
                </a:solidFill>
              </a:rPr>
              <a:t>DR: us-central1 (Iowa)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• Latency: 15-20ms from Phoenix DC
• Role: Disaster Recovery
• Interconnect: PH1 + PHX1 (dual path)
• Services: Full CCAI stack (replicated)
• Activation: &lt; 30 second failover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Key GCP Services Available in Both Regions: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73736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Dialogflow 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4754880"/>
            <a:ext cx="173736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Cloud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754880"/>
            <a:ext cx="173736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Speech-to-Text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173736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Text-to-Speech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754880"/>
            <a:ext cx="173736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Firestore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4754880"/>
            <a:ext cx="173736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BigQuery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Dedicated Interconnect: 99.99% Redundancy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286000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DA7 (AT&amp;T)
Dallas 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280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── 10 Gbps ──  VLAN 100 (Voice) + VLAN 200 (Data)  ──▶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280160"/>
            <a:ext cx="2011680" cy="8229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GCP
us-south1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5F8A"/>
                </a:solidFill>
              </a:rPr>
              <a:t>Primary Path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39"/>
            <a:ext cx="2286000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DA2 (Verizon)
Dallas Metro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774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── 10 Gbps ──  VLAN 100 (Voice) + VLAN 200 (Data)  ──▶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377439"/>
            <a:ext cx="2011680" cy="8229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GCP
us-south1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468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5F8A"/>
                </a:solidFill>
              </a:rPr>
              <a:t>Primary Path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2286000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PH1 (AT&amp;T)
Phoenix Metro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74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── 10 Gbps ──  VLAN 100 (Voice) + VLAN 200 (Data)  ──▶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474720"/>
            <a:ext cx="2011680" cy="8229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GCP
us-central1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5F8A"/>
                </a:solidFill>
              </a:rPr>
              <a:t>DR Path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2286000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PHX1 (Verizon)
Phoenix Metro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72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── 10 Gbps ──  VLAN 100 (Voice) + VLAN 200 (Data)  ──▶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572000"/>
            <a:ext cx="2011680" cy="8229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GCP
us-central1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5F8A"/>
                </a:solidFill>
              </a:rPr>
              <a:t>DR Path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</a:rPr>
              <a:t>BGP: Customer ASN 64512 ↔ Google ASN 16550  |  BFD Enabled (failover &lt; 5 seconds)  |  MED-based primary/backup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Voice Path: On-Prem SBC → GCP CCAI → Genesys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463040" cy="9144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PSTN
Inbound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146304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Oracle
SBC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1463040" cy="9144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Dedicated
Interconnect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146304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GCP
GTP/LB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146304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Dialogflow
CX (CCAI)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1463040" cy="9144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Return via
Interconnect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828800"/>
            <a:ext cx="146304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Genesys
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C00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C00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C00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C00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C00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9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C0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Key Voice Path Specifications:
• Protocol: SIP over TLS (Port 5061)
• Media: SRTP (encrypted RTP)
• Codec: G.711 μ-law (64 kbps)
• Target Latency: &lt; 80ms one-way
• QoS: DSCP EF (46) for voice packets
• Capacity: 500 concurrent sessions per SBC pair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5303520" cy="22860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C00"/>
                </a:solidFill>
              </a:rPr>
              <a:t>Voice Quality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• MOS Score: &gt; 4.0 target
• Jitter: &lt; 30ms
• Packet Loss: &lt; 1%
• One-way Delay: &lt; 80ms
• Echo Cancellation: Enabled on SBC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Data Path: Genesys ORS → GCP Middleware (Private)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82880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Genesys
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645920"/>
            <a:ext cx="1828800" cy="9144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Interconnect
(data-vlan)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182880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Private Service
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45920"/>
            <a:ext cx="182880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Cloud Run
Middleware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182880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Firestore /
BigQuery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</a:rPr>
              <a:t>──▶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</a:rPr>
              <a:t>──▶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</a:rPr>
              <a:t>──▶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</a:rPr>
              <a:t>──▶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Key Data Path Characteristics:
• No Public IP addresses - fully private
• Private Service Connect endpoint for GCP services
• mTLS authentication between services
• Target latency: &lt; 50ms round-trip
• VLAN 200 (data) separated from voice traffic
• Cloud Armor WAF for API 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5303520" cy="27432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5F8A"/>
                </a:solidFill>
              </a:rPr>
              <a:t>Data Integration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3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• Screen Pop: ORS → Cloud Run → Agent Desktop
  (Customer context in &lt; 200ms)
• Post-Call: Recording → GCS → BigQuery
  (Analytics pipeline)
• Real-time: CCAI hints → Genesys routing
  (Intent-based call routing)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GCP VPC Design &amp; VPC Service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77724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</a:rPr>
              <a:t>VPC Service Controls Perimeter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7315200" cy="448056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</a:rPr>
              <a:t>VPC: ccai-prod-vpc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2103120" cy="9144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voice-subnet
10.100.0.0/24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377440"/>
            <a:ext cx="2103120" cy="9144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data-subnet
10.101.0.0/24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377440"/>
            <a:ext cx="210312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ccai-subnet
10.102.0.0/24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</a:rPr>
              <a:t>• SBC Landing
• Voice GW
• RTP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</a:rPr>
              <a:t>• Cloud Run
• API Gateway
• PSC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</a:rPr>
              <a:t>• Dialogflow CX
• STT/TTS
• 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</a:rPr>
              <a:t>Firewall: Deny-all default | Allow voice: TCP 5061, UDP 16384-32767 | Allow data: TCP 443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657600" cy="530352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Security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Private Google Access
✓ No Public IP addresses
✓ VPC Service Controls
✓ Cloud Armor WAF
✓ mTLS service mesh
✓ CMEK encryption
✓ Cloud Audit Logs
✓ DLP API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Latency Budget: Voice Path (&lt; 80ms 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Visual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DC → Equinix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731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&lt; 1ms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822960"/>
            <a:ext cx="182880" cy="2743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Equinix → GCP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1-2ms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54480"/>
            <a:ext cx="365760" cy="2743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GCP Internal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1-2ms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286000"/>
            <a:ext cx="365760" cy="274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CCAI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50-100ms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017520"/>
            <a:ext cx="5029200" cy="2743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Return Path (GCP → DC)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3-5ms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749039"/>
            <a:ext cx="731520" cy="2743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TOTAL (Typical)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60-80ms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480560"/>
            <a:ext cx="27432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✓ WITHIN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Notes:
• CCAI processing is the dominant factor (50-100ms depending on complexity)
• Network transport adds only 5-10ms total (benefit of Dedicated Interconnect)
• Worst case with DR failover to us-central1: adds 15-20ms (still within 150ms budget)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High Availability &amp; Disaster Recovery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74320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Layer 1: SBC 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417319"/>
            <a:ext cx="16459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&lt; 3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Active/Standby SBC pair
Automatic session preservation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743200" cy="9144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Layer 2: Interconnect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697479"/>
            <a:ext cx="16459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&lt; 5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4x 10G links (2 per metro)
BFD detection + BGP re-route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743200" cy="914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Layer 3: Geographic 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977640"/>
            <a:ext cx="16459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&lt; 30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40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Dallas → Phoenix failover
DNS + BGP path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2743200" cy="9144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Layer 4: GCP Region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257800"/>
            <a:ext cx="16459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&lt; 30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</a:rPr>
              <a:t>us-south1 → us-central1
Cross-region load balancing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188720"/>
            <a:ext cx="320040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Combined SLA: 99.99%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</a:rPr>
              <a:t>Zero single points of failure: Dual DC | Dual ISP | Dual GCP Region | Dual SBC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Investment &amp; 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Monthly Recurring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Dedicated Interconnect (4x 10G)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$10,953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GCP Services (CCAI, Compute, Storage)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4A4A"/>
                </a:solidFill>
              </a:rPr>
              <a:t>$4,625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548640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  Total Monthly:  ~$15,578/month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</a:rPr>
              <a:t>Implementation Timeline: 12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</a:rPr>
              <a:t>Phase 1: Procurement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114800"/>
            <a:ext cx="243840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</a:rPr>
              <a:t>Wk 1-4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480560"/>
            <a:ext cx="335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</a:rPr>
              <a:t>Cross-connects, LOAs, ISP circuits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</a:rPr>
              <a:t>Phase 2: GCP Infra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9600" y="4846320"/>
            <a:ext cx="2438400" cy="36576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</a:rPr>
              <a:t>Wk 3-6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5212080"/>
            <a:ext cx="335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</a:rPr>
              <a:t>VPC, interconnect attach, Cloud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</a:rPr>
              <a:t>Phase 3: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8799" y="5577840"/>
            <a:ext cx="18288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</a:rPr>
              <a:t>Wk 5-7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799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</a:rPr>
              <a:t>VPC-SC, firewall rules, mTLS,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4A4A"/>
                </a:solidFill>
              </a:rPr>
              <a:t>Phase 4: Go-Live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7199" y="6309359"/>
            <a:ext cx="243840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</a:rPr>
              <a:t>Wk 9-12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199" y="6675120"/>
            <a:ext cx="335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</a:rPr>
              <a:t>Integration test, cutover,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</a:rPr>
              <a:t>Wk1    Wk2    Wk3    Wk4    Wk5    Wk6    Wk7    Wk8    Wk9    Wk10   Wk11   Wk12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